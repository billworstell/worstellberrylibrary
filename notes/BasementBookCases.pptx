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91440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26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0512" y="6338958"/>
            <a:ext cx="4517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rPr dirty="0"/>
              <a:t>Basement Plan – Scaled Grid (0.5 in/ft)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8229600" cy="5952744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430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002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574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146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18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862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8006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578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438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58200" y="228600"/>
            <a:ext cx="9144" cy="5943600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600" y="6858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11430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16002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8600" y="20574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25146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29718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" y="34290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38862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43434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48006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" y="52578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8600" y="57150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" y="6172200"/>
            <a:ext cx="8229600" cy="9144"/>
          </a:xfrm>
          <a:prstGeom prst="rect">
            <a:avLst/>
          </a:prstGeom>
          <a:noFill/>
          <a:ln w="317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371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7589520"/>
            <a:ext cx="274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45719" y="1188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-45719" y="5760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-45719" y="1033271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-45719" y="14904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-45719" y="19476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-45719" y="24048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-45719" y="28620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-45719" y="33192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-45719" y="37764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-45719" y="42336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-45719" y="46908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-45719" y="51480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-45719" y="56052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45719" y="60624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45719" y="65196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45719" y="69768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45719" y="7434072"/>
            <a:ext cx="228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16</a:t>
            </a:r>
          </a:p>
        </p:txBody>
      </p:sp>
      <p:sp>
        <p:nvSpPr>
          <p:cNvPr id="74" name="Rectangle 73"/>
          <p:cNvSpPr/>
          <p:nvPr/>
        </p:nvSpPr>
        <p:spPr>
          <a:xfrm rot="16200000">
            <a:off x="-15881" y="461531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BC05</a:t>
            </a:r>
            <a:endParaRPr sz="1600" dirty="0"/>
          </a:p>
        </p:txBody>
      </p:sp>
      <p:sp>
        <p:nvSpPr>
          <p:cNvPr id="78" name="Rectangle 77"/>
          <p:cNvSpPr/>
          <p:nvPr/>
        </p:nvSpPr>
        <p:spPr>
          <a:xfrm>
            <a:off x="5257800" y="77724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t>Sofa</a:t>
            </a:r>
            <a:br/>
            <a:r>
              <a:t>6' x 3'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EBBE6EB-6A00-3056-7133-49D22ED2C96E}"/>
              </a:ext>
            </a:extLst>
          </p:cNvPr>
          <p:cNvSpPr/>
          <p:nvPr/>
        </p:nvSpPr>
        <p:spPr>
          <a:xfrm rot="16200000">
            <a:off x="-9144" y="1362456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BC06</a:t>
            </a:r>
            <a:endParaRPr sz="1600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F2AE500-BA08-BCA3-547C-4C97F1CC1053}"/>
              </a:ext>
            </a:extLst>
          </p:cNvPr>
          <p:cNvSpPr/>
          <p:nvPr/>
        </p:nvSpPr>
        <p:spPr>
          <a:xfrm>
            <a:off x="228600" y="2057400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BC07</a:t>
            </a:r>
            <a:endParaRPr sz="16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69C4BEC-01E5-36E6-2AA1-69930C28827C}"/>
              </a:ext>
            </a:extLst>
          </p:cNvPr>
          <p:cNvSpPr/>
          <p:nvPr/>
        </p:nvSpPr>
        <p:spPr>
          <a:xfrm>
            <a:off x="1485900" y="224028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BC09</a:t>
            </a:r>
            <a:endParaRPr sz="1600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A385E81-74B7-18BC-C869-42474DF54ADB}"/>
              </a:ext>
            </a:extLst>
          </p:cNvPr>
          <p:cNvSpPr/>
          <p:nvPr/>
        </p:nvSpPr>
        <p:spPr>
          <a:xfrm>
            <a:off x="1143000" y="2065421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BC08</a:t>
            </a:r>
            <a:endParaRPr sz="16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B59CE3C-8A94-72BD-D349-A30EEC37DD48}"/>
              </a:ext>
            </a:extLst>
          </p:cNvPr>
          <p:cNvSpPr/>
          <p:nvPr/>
        </p:nvSpPr>
        <p:spPr>
          <a:xfrm rot="16200000">
            <a:off x="-152960" y="4470454"/>
            <a:ext cx="2086596" cy="1355236"/>
          </a:xfrm>
          <a:prstGeom prst="rect">
            <a:avLst/>
          </a:prstGeom>
          <a:solidFill>
            <a:srgbClr val="76E3FF">
              <a:alpha val="25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TABLE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9D736299-164D-3684-FD14-7EA38E180258}"/>
              </a:ext>
            </a:extLst>
          </p:cNvPr>
          <p:cNvSpPr/>
          <p:nvPr/>
        </p:nvSpPr>
        <p:spPr>
          <a:xfrm rot="5400000">
            <a:off x="-924868" y="1393137"/>
            <a:ext cx="2674620" cy="2375514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019FE0D-45A1-2F13-6C93-005B2C9ED7F6}"/>
              </a:ext>
            </a:extLst>
          </p:cNvPr>
          <p:cNvSpPr/>
          <p:nvPr/>
        </p:nvSpPr>
        <p:spPr>
          <a:xfrm>
            <a:off x="2385140" y="232930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BC10</a:t>
            </a:r>
            <a:endParaRPr sz="16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8FD4281-28DE-8C21-17F1-D39F5673C6E7}"/>
              </a:ext>
            </a:extLst>
          </p:cNvPr>
          <p:cNvSpPr/>
          <p:nvPr/>
        </p:nvSpPr>
        <p:spPr>
          <a:xfrm>
            <a:off x="1130968" y="228600"/>
            <a:ext cx="2298032" cy="946404"/>
          </a:xfrm>
          <a:prstGeom prst="rect">
            <a:avLst/>
          </a:prstGeom>
          <a:solidFill>
            <a:srgbClr val="76E3FF">
              <a:alpha val="25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TABLE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F21690D-BEFB-3C33-DE63-3FC43468385A}"/>
              </a:ext>
            </a:extLst>
          </p:cNvPr>
          <p:cNvSpPr/>
          <p:nvPr/>
        </p:nvSpPr>
        <p:spPr>
          <a:xfrm rot="16200000">
            <a:off x="3563633" y="349517"/>
            <a:ext cx="896594" cy="690372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BC04</a:t>
            </a:r>
            <a:endParaRPr sz="16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CC039B4-57E9-D94F-4FF6-D694876F9062}"/>
              </a:ext>
            </a:extLst>
          </p:cNvPr>
          <p:cNvSpPr/>
          <p:nvPr/>
        </p:nvSpPr>
        <p:spPr>
          <a:xfrm rot="5400000">
            <a:off x="7777213" y="1845885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BC01</a:t>
            </a:r>
            <a:endParaRPr sz="1600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4A1AA0F-6AE3-E165-9530-FF0E88171815}"/>
              </a:ext>
            </a:extLst>
          </p:cNvPr>
          <p:cNvSpPr/>
          <p:nvPr/>
        </p:nvSpPr>
        <p:spPr>
          <a:xfrm>
            <a:off x="1554479" y="5709224"/>
            <a:ext cx="2307657" cy="445490"/>
          </a:xfrm>
          <a:prstGeom prst="rect">
            <a:avLst/>
          </a:prstGeom>
          <a:solidFill>
            <a:srgbClr val="76E3FF">
              <a:alpha val="25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GLASS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055DCCC-4B56-8C92-794A-0C68F4EAC337}"/>
              </a:ext>
            </a:extLst>
          </p:cNvPr>
          <p:cNvSpPr/>
          <p:nvPr/>
        </p:nvSpPr>
        <p:spPr>
          <a:xfrm>
            <a:off x="3842886" y="5728475"/>
            <a:ext cx="2054994" cy="445490"/>
          </a:xfrm>
          <a:prstGeom prst="rect">
            <a:avLst/>
          </a:prstGeom>
          <a:solidFill>
            <a:srgbClr val="0070C0">
              <a:alpha val="72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SOFA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B3BAD92-A1AC-4A56-5F79-04D11F0C791D}"/>
              </a:ext>
            </a:extLst>
          </p:cNvPr>
          <p:cNvSpPr/>
          <p:nvPr/>
        </p:nvSpPr>
        <p:spPr>
          <a:xfrm>
            <a:off x="5916169" y="5701284"/>
            <a:ext cx="1147572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CABINET</a:t>
            </a:r>
            <a:endParaRPr sz="1600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9FD88BD-8A49-E3AF-0871-F13171674237}"/>
              </a:ext>
            </a:extLst>
          </p:cNvPr>
          <p:cNvSpPr/>
          <p:nvPr/>
        </p:nvSpPr>
        <p:spPr>
          <a:xfrm>
            <a:off x="7363326" y="5719572"/>
            <a:ext cx="1110753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BC03</a:t>
            </a:r>
            <a:endParaRPr sz="160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DA19DFF-9BF3-9BB6-08D1-7A47CF651126}"/>
              </a:ext>
            </a:extLst>
          </p:cNvPr>
          <p:cNvSpPr/>
          <p:nvPr/>
        </p:nvSpPr>
        <p:spPr>
          <a:xfrm>
            <a:off x="7372470" y="4617720"/>
            <a:ext cx="1085729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BC02</a:t>
            </a:r>
            <a:endParaRPr sz="160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E75F12D-644C-93AB-7DFD-25C6530F0DE7}"/>
              </a:ext>
            </a:extLst>
          </p:cNvPr>
          <p:cNvSpPr/>
          <p:nvPr/>
        </p:nvSpPr>
        <p:spPr>
          <a:xfrm>
            <a:off x="5870207" y="3945839"/>
            <a:ext cx="1152144" cy="1155433"/>
          </a:xfrm>
          <a:prstGeom prst="rect">
            <a:avLst/>
          </a:prstGeom>
          <a:solidFill>
            <a:srgbClr val="0070C0">
              <a:alpha val="72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CHAIR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85931BB-7AEB-FEB6-519F-7F53E00EF419}"/>
              </a:ext>
            </a:extLst>
          </p:cNvPr>
          <p:cNvSpPr/>
          <p:nvPr/>
        </p:nvSpPr>
        <p:spPr>
          <a:xfrm rot="5400000">
            <a:off x="6970573" y="3087827"/>
            <a:ext cx="2076731" cy="930279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DESK</a:t>
            </a:r>
            <a:endParaRPr sz="16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AF2CF55-6950-7D56-A639-E6CCD794E1FB}"/>
              </a:ext>
            </a:extLst>
          </p:cNvPr>
          <p:cNvSpPr/>
          <p:nvPr/>
        </p:nvSpPr>
        <p:spPr>
          <a:xfrm>
            <a:off x="5870207" y="3030694"/>
            <a:ext cx="1152144" cy="414328"/>
          </a:xfrm>
          <a:prstGeom prst="rect">
            <a:avLst/>
          </a:prstGeom>
          <a:solidFill>
            <a:srgbClr val="0070C0">
              <a:alpha val="72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FOOTREST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9EA5756-015B-AA9E-862C-3EF27911C533}"/>
              </a:ext>
            </a:extLst>
          </p:cNvPr>
          <p:cNvSpPr/>
          <p:nvPr/>
        </p:nvSpPr>
        <p:spPr>
          <a:xfrm>
            <a:off x="2550695" y="2548449"/>
            <a:ext cx="1813480" cy="615296"/>
          </a:xfrm>
          <a:prstGeom prst="rect">
            <a:avLst/>
          </a:prstGeom>
          <a:solidFill>
            <a:srgbClr val="76E3FF">
              <a:alpha val="25000"/>
            </a:srgb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TABLE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41DE374-A4A1-3D09-671E-72FCA074000B}"/>
              </a:ext>
            </a:extLst>
          </p:cNvPr>
          <p:cNvSpPr/>
          <p:nvPr/>
        </p:nvSpPr>
        <p:spPr>
          <a:xfrm>
            <a:off x="3474598" y="2086356"/>
            <a:ext cx="904375" cy="4572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FILE</a:t>
            </a:r>
            <a:endParaRPr sz="16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D4F268A-F5BB-C1E9-FD8F-814C9B3D82D9}"/>
              </a:ext>
            </a:extLst>
          </p:cNvPr>
          <p:cNvSpPr txBox="1"/>
          <p:nvPr/>
        </p:nvSpPr>
        <p:spPr>
          <a:xfrm>
            <a:off x="2639409" y="3386951"/>
            <a:ext cx="20932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BASEMENT</a:t>
            </a:r>
          </a:p>
          <a:p>
            <a:r>
              <a:rPr lang="en-US" sz="3200" dirty="0" err="1"/>
              <a:t>BookCases</a:t>
            </a:r>
            <a:r>
              <a:rPr lang="en-US" sz="3200" dirty="0"/>
              <a:t> </a:t>
            </a:r>
          </a:p>
          <a:p>
            <a:r>
              <a:rPr lang="en-US" sz="3200" dirty="0"/>
              <a:t>BC00-BC11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EBBF5BB-0B21-BAD7-571A-E3D9ED551E4C}"/>
              </a:ext>
            </a:extLst>
          </p:cNvPr>
          <p:cNvSpPr/>
          <p:nvPr/>
        </p:nvSpPr>
        <p:spPr>
          <a:xfrm rot="16200000">
            <a:off x="3675668" y="1357425"/>
            <a:ext cx="919893" cy="4713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CABINET</a:t>
            </a:r>
            <a:endParaRPr sz="160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AC02F885-DDEF-AB83-7594-BCA51B2E62D2}"/>
              </a:ext>
            </a:extLst>
          </p:cNvPr>
          <p:cNvSpPr/>
          <p:nvPr/>
        </p:nvSpPr>
        <p:spPr>
          <a:xfrm>
            <a:off x="5303520" y="685800"/>
            <a:ext cx="914400" cy="457200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BC11 (in Pantry)</a:t>
            </a:r>
            <a:endParaRPr sz="1600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0A46DBF-5CF3-06FD-F7DC-20A8516B8182}"/>
              </a:ext>
            </a:extLst>
          </p:cNvPr>
          <p:cNvCxnSpPr>
            <a:stCxn id="106" idx="0"/>
          </p:cNvCxnSpPr>
          <p:nvPr/>
        </p:nvCxnSpPr>
        <p:spPr>
          <a:xfrm flipV="1">
            <a:off x="5760720" y="338328"/>
            <a:ext cx="0" cy="347472"/>
          </a:xfrm>
          <a:prstGeom prst="straightConnector1">
            <a:avLst/>
          </a:prstGeom>
          <a:ln w="476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EB2CA7E-F828-8652-CE51-FB5F157CF4D5}"/>
              </a:ext>
            </a:extLst>
          </p:cNvPr>
          <p:cNvSpPr/>
          <p:nvPr/>
        </p:nvSpPr>
        <p:spPr>
          <a:xfrm rot="16200000">
            <a:off x="3747734" y="1437362"/>
            <a:ext cx="775281" cy="349429"/>
          </a:xfrm>
          <a:prstGeom prst="rect">
            <a:avLst/>
          </a:prstGeom>
          <a:solidFill>
            <a:srgbClr val="00B0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/>
            </a:pPr>
            <a:r>
              <a:rPr lang="en-US" sz="1600" dirty="0">
                <a:solidFill>
                  <a:schemeClr val="tx1"/>
                </a:solidFill>
              </a:rPr>
              <a:t>BC00</a:t>
            </a: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85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Bill Worstell</dc:creator>
  <cp:keywords/>
  <dc:description>generated using python-pptx</dc:description>
  <cp:lastModifiedBy>Bill Worstell</cp:lastModifiedBy>
  <cp:revision>4</cp:revision>
  <dcterms:created xsi:type="dcterms:W3CDTF">2013-01-27T09:14:16Z</dcterms:created>
  <dcterms:modified xsi:type="dcterms:W3CDTF">2025-11-23T17:45:12Z</dcterms:modified>
  <cp:category/>
</cp:coreProperties>
</file>